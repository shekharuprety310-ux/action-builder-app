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47"/>
  </p:notesMasterIdLst>
  <p:sldIdLst>
    <p:sldId id="256" r:id="rId5"/>
    <p:sldId id="279" r:id="rId6"/>
    <p:sldId id="257" r:id="rId7"/>
    <p:sldId id="271" r:id="rId8"/>
    <p:sldId id="258" r:id="rId9"/>
    <p:sldId id="276" r:id="rId10"/>
    <p:sldId id="277" r:id="rId11"/>
    <p:sldId id="278" r:id="rId12"/>
    <p:sldId id="259" r:id="rId13"/>
    <p:sldId id="272" r:id="rId14"/>
    <p:sldId id="260" r:id="rId15"/>
    <p:sldId id="261" r:id="rId16"/>
    <p:sldId id="273" r:id="rId17"/>
    <p:sldId id="275" r:id="rId18"/>
    <p:sldId id="274" r:id="rId19"/>
    <p:sldId id="280" r:id="rId20"/>
    <p:sldId id="262" r:id="rId21"/>
    <p:sldId id="282" r:id="rId22"/>
    <p:sldId id="281" r:id="rId23"/>
    <p:sldId id="263" r:id="rId24"/>
    <p:sldId id="283" r:id="rId25"/>
    <p:sldId id="264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65" r:id="rId37"/>
    <p:sldId id="266" r:id="rId38"/>
    <p:sldId id="294" r:id="rId39"/>
    <p:sldId id="295" r:id="rId40"/>
    <p:sldId id="296" r:id="rId41"/>
    <p:sldId id="267" r:id="rId42"/>
    <p:sldId id="297" r:id="rId43"/>
    <p:sldId id="268" r:id="rId44"/>
    <p:sldId id="269" r:id="rId45"/>
    <p:sldId id="270" r:id="rId46"/>
  </p:sldIdLst>
  <p:sldSz cx="9906000" cy="6858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A78EE-53F4-4C47-98C2-134214B85F9C}" v="25" dt="2026-02-23T19:43:49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Easther" userId="ad38a76e-9b59-49d6-bb89-4882e91edec9" providerId="ADAL" clId="{344FF596-7249-49AF-BF72-858208B3DBB0}"/>
    <pc:docChg chg="undo custSel addSld modSld">
      <pc:chgData name="Sam Easther" userId="ad38a76e-9b59-49d6-bb89-4882e91edec9" providerId="ADAL" clId="{344FF596-7249-49AF-BF72-858208B3DBB0}" dt="2026-02-23T19:51:43.989" v="1085"/>
      <pc:docMkLst>
        <pc:docMk/>
      </pc:docMkLst>
      <pc:sldChg chg="modSp mod">
        <pc:chgData name="Sam Easther" userId="ad38a76e-9b59-49d6-bb89-4882e91edec9" providerId="ADAL" clId="{344FF596-7249-49AF-BF72-858208B3DBB0}" dt="2026-02-23T18:55:29.214" v="55" actId="20577"/>
        <pc:sldMkLst>
          <pc:docMk/>
          <pc:sldMk cId="603585589" sldId="256"/>
        </pc:sldMkLst>
        <pc:spChg chg="mod">
          <ac:chgData name="Sam Easther" userId="ad38a76e-9b59-49d6-bb89-4882e91edec9" providerId="ADAL" clId="{344FF596-7249-49AF-BF72-858208B3DBB0}" dt="2026-02-23T18:55:29.214" v="55" actId="20577"/>
          <ac:spMkLst>
            <pc:docMk/>
            <pc:sldMk cId="603585589" sldId="256"/>
            <ac:spMk id="7" creationId="{83F71C8A-E137-4172-8D1F-A508FB1444D4}"/>
          </ac:spMkLst>
        </pc:spChg>
      </pc:sldChg>
      <pc:sldChg chg="modSp mod">
        <pc:chgData name="Sam Easther" userId="ad38a76e-9b59-49d6-bb89-4882e91edec9" providerId="ADAL" clId="{344FF596-7249-49AF-BF72-858208B3DBB0}" dt="2026-02-23T19:44:30.770" v="801" actId="20577"/>
        <pc:sldMkLst>
          <pc:docMk/>
          <pc:sldMk cId="2235245268" sldId="257"/>
        </pc:sldMkLst>
        <pc:graphicFrameChg chg="modGraphic">
          <ac:chgData name="Sam Easther" userId="ad38a76e-9b59-49d6-bb89-4882e91edec9" providerId="ADAL" clId="{344FF596-7249-49AF-BF72-858208B3DBB0}" dt="2026-02-23T19:44:30.770" v="801" actId="20577"/>
          <ac:graphicFrameMkLst>
            <pc:docMk/>
            <pc:sldMk cId="2235245268" sldId="257"/>
            <ac:graphicFrameMk id="8" creationId="{70FADD11-E449-9093-2F42-4EBA65307196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5:28.698" v="836" actId="20577"/>
        <pc:sldMkLst>
          <pc:docMk/>
          <pc:sldMk cId="708737269" sldId="258"/>
        </pc:sldMkLst>
        <pc:graphicFrameChg chg="modGraphic">
          <ac:chgData name="Sam Easther" userId="ad38a76e-9b59-49d6-bb89-4882e91edec9" providerId="ADAL" clId="{344FF596-7249-49AF-BF72-858208B3DBB0}" dt="2026-02-23T19:45:28.698" v="836" actId="20577"/>
          <ac:graphicFrameMkLst>
            <pc:docMk/>
            <pc:sldMk cId="708737269" sldId="258"/>
            <ac:graphicFrameMk id="8" creationId="{349C9E4C-196C-260E-9862-BCD0B163E4E1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6:34.453" v="958" actId="20577"/>
        <pc:sldMkLst>
          <pc:docMk/>
          <pc:sldMk cId="4156468811" sldId="259"/>
        </pc:sldMkLst>
        <pc:graphicFrameChg chg="modGraphic">
          <ac:chgData name="Sam Easther" userId="ad38a76e-9b59-49d6-bb89-4882e91edec9" providerId="ADAL" clId="{344FF596-7249-49AF-BF72-858208B3DBB0}" dt="2026-02-23T19:46:34.453" v="958" actId="20577"/>
          <ac:graphicFrameMkLst>
            <pc:docMk/>
            <pc:sldMk cId="4156468811" sldId="259"/>
            <ac:graphicFrameMk id="8" creationId="{9B4C133B-7044-0263-79E1-3C17EAFE89E9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6:53.767" v="1009" actId="20577"/>
        <pc:sldMkLst>
          <pc:docMk/>
          <pc:sldMk cId="2193356157" sldId="260"/>
        </pc:sldMkLst>
        <pc:graphicFrameChg chg="modGraphic">
          <ac:chgData name="Sam Easther" userId="ad38a76e-9b59-49d6-bb89-4882e91edec9" providerId="ADAL" clId="{344FF596-7249-49AF-BF72-858208B3DBB0}" dt="2026-02-23T19:46:53.767" v="1009" actId="20577"/>
          <ac:graphicFrameMkLst>
            <pc:docMk/>
            <pc:sldMk cId="2193356157" sldId="260"/>
            <ac:graphicFrameMk id="8" creationId="{916B3C15-1A00-F491-9FE8-D120A075800D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7:04.403" v="1021" actId="20577"/>
        <pc:sldMkLst>
          <pc:docMk/>
          <pc:sldMk cId="3630854470" sldId="261"/>
        </pc:sldMkLst>
        <pc:graphicFrameChg chg="modGraphic">
          <ac:chgData name="Sam Easther" userId="ad38a76e-9b59-49d6-bb89-4882e91edec9" providerId="ADAL" clId="{344FF596-7249-49AF-BF72-858208B3DBB0}" dt="2026-02-23T19:47:04.403" v="1021" actId="20577"/>
          <ac:graphicFrameMkLst>
            <pc:docMk/>
            <pc:sldMk cId="3630854470" sldId="261"/>
            <ac:graphicFrameMk id="8" creationId="{147CA3D2-CBE2-8048-49CF-F947F9F26731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01:19.683" v="222" actId="20577"/>
        <pc:sldMkLst>
          <pc:docMk/>
          <pc:sldMk cId="1376887765" sldId="262"/>
        </pc:sldMkLst>
        <pc:graphicFrameChg chg="modGraphic">
          <ac:chgData name="Sam Easther" userId="ad38a76e-9b59-49d6-bb89-4882e91edec9" providerId="ADAL" clId="{344FF596-7249-49AF-BF72-858208B3DBB0}" dt="2026-02-23T19:01:19.683" v="222" actId="20577"/>
          <ac:graphicFrameMkLst>
            <pc:docMk/>
            <pc:sldMk cId="1376887765" sldId="262"/>
            <ac:graphicFrameMk id="8" creationId="{97B14BCB-7B7A-2E3C-D707-F0D8E14F48BF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02:48.300" v="411" actId="20577"/>
        <pc:sldMkLst>
          <pc:docMk/>
          <pc:sldMk cId="323111712" sldId="263"/>
        </pc:sldMkLst>
        <pc:graphicFrameChg chg="modGraphic">
          <ac:chgData name="Sam Easther" userId="ad38a76e-9b59-49d6-bb89-4882e91edec9" providerId="ADAL" clId="{344FF596-7249-49AF-BF72-858208B3DBB0}" dt="2026-02-23T19:02:48.300" v="411" actId="20577"/>
          <ac:graphicFrameMkLst>
            <pc:docMk/>
            <pc:sldMk cId="323111712" sldId="263"/>
            <ac:graphicFrameMk id="8" creationId="{9911E8ED-7A61-3856-ED88-C3C52D18D565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04:45.881" v="507" actId="20577"/>
        <pc:sldMkLst>
          <pc:docMk/>
          <pc:sldMk cId="2826990418" sldId="264"/>
        </pc:sldMkLst>
        <pc:spChg chg="mod">
          <ac:chgData name="Sam Easther" userId="ad38a76e-9b59-49d6-bb89-4882e91edec9" providerId="ADAL" clId="{344FF596-7249-49AF-BF72-858208B3DBB0}" dt="2026-02-23T19:04:45.881" v="507" actId="20577"/>
          <ac:spMkLst>
            <pc:docMk/>
            <pc:sldMk cId="2826990418" sldId="264"/>
            <ac:spMk id="5" creationId="{DD451920-172E-5C43-D5CF-AD6320A2E040}"/>
          </ac:spMkLst>
        </pc:spChg>
      </pc:sldChg>
      <pc:sldChg chg="modSp mod">
        <pc:chgData name="Sam Easther" userId="ad38a76e-9b59-49d6-bb89-4882e91edec9" providerId="ADAL" clId="{344FF596-7249-49AF-BF72-858208B3DBB0}" dt="2026-02-23T19:42:02.289" v="701" actId="20577"/>
        <pc:sldMkLst>
          <pc:docMk/>
          <pc:sldMk cId="2090229238" sldId="266"/>
        </pc:sldMkLst>
        <pc:spChg chg="mod">
          <ac:chgData name="Sam Easther" userId="ad38a76e-9b59-49d6-bb89-4882e91edec9" providerId="ADAL" clId="{344FF596-7249-49AF-BF72-858208B3DBB0}" dt="2026-02-23T19:42:02.289" v="701" actId="20577"/>
          <ac:spMkLst>
            <pc:docMk/>
            <pc:sldMk cId="2090229238" sldId="266"/>
            <ac:spMk id="5" creationId="{39DF5A79-0CD5-A0C6-C46F-076D19FEE78F}"/>
          </ac:spMkLst>
        </pc:spChg>
      </pc:sldChg>
      <pc:sldChg chg="modSp mod">
        <pc:chgData name="Sam Easther" userId="ad38a76e-9b59-49d6-bb89-4882e91edec9" providerId="ADAL" clId="{344FF596-7249-49AF-BF72-858208B3DBB0}" dt="2026-02-23T19:43:24.453" v="770" actId="20577"/>
        <pc:sldMkLst>
          <pc:docMk/>
          <pc:sldMk cId="1724239793" sldId="269"/>
        </pc:sldMkLst>
        <pc:spChg chg="mod">
          <ac:chgData name="Sam Easther" userId="ad38a76e-9b59-49d6-bb89-4882e91edec9" providerId="ADAL" clId="{344FF596-7249-49AF-BF72-858208B3DBB0}" dt="2026-02-23T19:43:24.453" v="770" actId="20577"/>
          <ac:spMkLst>
            <pc:docMk/>
            <pc:sldMk cId="1724239793" sldId="269"/>
            <ac:spMk id="5" creationId="{35CB24C9-0976-0351-A554-B9D6EAB87B5E}"/>
          </ac:spMkLst>
        </pc:spChg>
      </pc:sldChg>
      <pc:sldChg chg="modSp mod">
        <pc:chgData name="Sam Easther" userId="ad38a76e-9b59-49d6-bb89-4882e91edec9" providerId="ADAL" clId="{344FF596-7249-49AF-BF72-858208B3DBB0}" dt="2026-02-23T19:45:06.074" v="813" actId="20577"/>
        <pc:sldMkLst>
          <pc:docMk/>
          <pc:sldMk cId="770993649" sldId="271"/>
        </pc:sldMkLst>
        <pc:graphicFrameChg chg="modGraphic">
          <ac:chgData name="Sam Easther" userId="ad38a76e-9b59-49d6-bb89-4882e91edec9" providerId="ADAL" clId="{344FF596-7249-49AF-BF72-858208B3DBB0}" dt="2026-02-23T19:45:06.074" v="813" actId="20577"/>
          <ac:graphicFrameMkLst>
            <pc:docMk/>
            <pc:sldMk cId="770993649" sldId="271"/>
            <ac:graphicFrameMk id="8" creationId="{3A3AC3EA-97ED-8C0C-C0FA-875BA3D30F06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6:42.855" v="987" actId="20577"/>
        <pc:sldMkLst>
          <pc:docMk/>
          <pc:sldMk cId="1598060153" sldId="272"/>
        </pc:sldMkLst>
        <pc:graphicFrameChg chg="modGraphic">
          <ac:chgData name="Sam Easther" userId="ad38a76e-9b59-49d6-bb89-4882e91edec9" providerId="ADAL" clId="{344FF596-7249-49AF-BF72-858208B3DBB0}" dt="2026-02-23T19:46:42.855" v="987" actId="20577"/>
          <ac:graphicFrameMkLst>
            <pc:docMk/>
            <pc:sldMk cId="1598060153" sldId="272"/>
            <ac:graphicFrameMk id="8" creationId="{354AC14C-5BC8-3851-9B19-0390749D4366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51:43.989" v="1085"/>
        <pc:sldMkLst>
          <pc:docMk/>
          <pc:sldMk cId="3415117699" sldId="273"/>
        </pc:sldMkLst>
        <pc:graphicFrameChg chg="modGraphic">
          <ac:chgData name="Sam Easther" userId="ad38a76e-9b59-49d6-bb89-4882e91edec9" providerId="ADAL" clId="{344FF596-7249-49AF-BF72-858208B3DBB0}" dt="2026-02-23T19:51:43.989" v="1085"/>
          <ac:graphicFrameMkLst>
            <pc:docMk/>
            <pc:sldMk cId="3415117699" sldId="273"/>
            <ac:graphicFrameMk id="8" creationId="{16A647D3-136C-4CC0-9060-3E013B5B22E3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8:58:29.431" v="126" actId="20577"/>
        <pc:sldMkLst>
          <pc:docMk/>
          <pc:sldMk cId="3376044242" sldId="274"/>
        </pc:sldMkLst>
        <pc:spChg chg="mod">
          <ac:chgData name="Sam Easther" userId="ad38a76e-9b59-49d6-bb89-4882e91edec9" providerId="ADAL" clId="{344FF596-7249-49AF-BF72-858208B3DBB0}" dt="2026-02-23T18:58:14.105" v="70" actId="20577"/>
          <ac:spMkLst>
            <pc:docMk/>
            <pc:sldMk cId="3376044242" sldId="274"/>
            <ac:spMk id="5" creationId="{95424E35-EA8F-425A-52C0-BE67403CCF82}"/>
          </ac:spMkLst>
        </pc:spChg>
        <pc:graphicFrameChg chg="modGraphic">
          <ac:chgData name="Sam Easther" userId="ad38a76e-9b59-49d6-bb89-4882e91edec9" providerId="ADAL" clId="{344FF596-7249-49AF-BF72-858208B3DBB0}" dt="2026-02-23T18:58:29.431" v="126" actId="20577"/>
          <ac:graphicFrameMkLst>
            <pc:docMk/>
            <pc:sldMk cId="3376044242" sldId="274"/>
            <ac:graphicFrameMk id="8" creationId="{521CA23D-1B39-49F8-E086-FA6BE26F16F6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5:45.213" v="859" actId="20577"/>
        <pc:sldMkLst>
          <pc:docMk/>
          <pc:sldMk cId="4268122400" sldId="276"/>
        </pc:sldMkLst>
        <pc:graphicFrameChg chg="modGraphic">
          <ac:chgData name="Sam Easther" userId="ad38a76e-9b59-49d6-bb89-4882e91edec9" providerId="ADAL" clId="{344FF596-7249-49AF-BF72-858208B3DBB0}" dt="2026-02-23T19:45:45.213" v="859" actId="20577"/>
          <ac:graphicFrameMkLst>
            <pc:docMk/>
            <pc:sldMk cId="4268122400" sldId="276"/>
            <ac:graphicFrameMk id="8" creationId="{43CFD742-802E-C980-FFAF-D84409734C20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6:18.824" v="922" actId="20577"/>
        <pc:sldMkLst>
          <pc:docMk/>
          <pc:sldMk cId="2354798981" sldId="277"/>
        </pc:sldMkLst>
        <pc:graphicFrameChg chg="modGraphic">
          <ac:chgData name="Sam Easther" userId="ad38a76e-9b59-49d6-bb89-4882e91edec9" providerId="ADAL" clId="{344FF596-7249-49AF-BF72-858208B3DBB0}" dt="2026-02-23T19:46:18.824" v="922" actId="20577"/>
          <ac:graphicFrameMkLst>
            <pc:docMk/>
            <pc:sldMk cId="2354798981" sldId="277"/>
            <ac:graphicFrameMk id="8" creationId="{F174BF53-0743-7F06-474F-6CB9A9120E36}"/>
          </ac:graphicFrameMkLst>
        </pc:graphicFrameChg>
      </pc:sldChg>
      <pc:sldChg chg="modSp mod">
        <pc:chgData name="Sam Easther" userId="ad38a76e-9b59-49d6-bb89-4882e91edec9" providerId="ADAL" clId="{344FF596-7249-49AF-BF72-858208B3DBB0}" dt="2026-02-23T19:46:11.835" v="921" actId="20577"/>
        <pc:sldMkLst>
          <pc:docMk/>
          <pc:sldMk cId="3150753414" sldId="278"/>
        </pc:sldMkLst>
        <pc:graphicFrameChg chg="modGraphic">
          <ac:chgData name="Sam Easther" userId="ad38a76e-9b59-49d6-bb89-4882e91edec9" providerId="ADAL" clId="{344FF596-7249-49AF-BF72-858208B3DBB0}" dt="2026-02-23T19:46:11.835" v="921" actId="20577"/>
          <ac:graphicFrameMkLst>
            <pc:docMk/>
            <pc:sldMk cId="3150753414" sldId="278"/>
            <ac:graphicFrameMk id="8" creationId="{08D24395-2288-5035-4C63-4569EA06DB52}"/>
          </ac:graphicFrameMkLst>
        </pc:graphicFrameChg>
      </pc:sldChg>
      <pc:sldChg chg="modSp add mod">
        <pc:chgData name="Sam Easther" userId="ad38a76e-9b59-49d6-bb89-4882e91edec9" providerId="ADAL" clId="{344FF596-7249-49AF-BF72-858208B3DBB0}" dt="2026-02-23T18:59:25.982" v="145" actId="2164"/>
        <pc:sldMkLst>
          <pc:docMk/>
          <pc:sldMk cId="1302619459" sldId="280"/>
        </pc:sldMkLst>
        <pc:spChg chg="mod">
          <ac:chgData name="Sam Easther" userId="ad38a76e-9b59-49d6-bb89-4882e91edec9" providerId="ADAL" clId="{344FF596-7249-49AF-BF72-858208B3DBB0}" dt="2026-02-23T18:59:21.968" v="144" actId="20577"/>
          <ac:spMkLst>
            <pc:docMk/>
            <pc:sldMk cId="1302619459" sldId="280"/>
            <ac:spMk id="5" creationId="{35F26D62-72BF-945B-C851-3E7B25B0AD86}"/>
          </ac:spMkLst>
        </pc:spChg>
        <pc:graphicFrameChg chg="modGraphic">
          <ac:chgData name="Sam Easther" userId="ad38a76e-9b59-49d6-bb89-4882e91edec9" providerId="ADAL" clId="{344FF596-7249-49AF-BF72-858208B3DBB0}" dt="2026-02-23T18:59:25.982" v="145" actId="2164"/>
          <ac:graphicFrameMkLst>
            <pc:docMk/>
            <pc:sldMk cId="1302619459" sldId="280"/>
            <ac:graphicFrameMk id="8" creationId="{F86AB0A1-7C50-C1BC-8A63-1AE797A4D526}"/>
          </ac:graphicFrameMkLst>
        </pc:graphicFrameChg>
      </pc:sldChg>
      <pc:sldChg chg="modSp add mod">
        <pc:chgData name="Sam Easther" userId="ad38a76e-9b59-49d6-bb89-4882e91edec9" providerId="ADAL" clId="{344FF596-7249-49AF-BF72-858208B3DBB0}" dt="2026-02-23T19:02:14.657" v="327" actId="20577"/>
        <pc:sldMkLst>
          <pc:docMk/>
          <pc:sldMk cId="1507598167" sldId="281"/>
        </pc:sldMkLst>
        <pc:spChg chg="mod">
          <ac:chgData name="Sam Easther" userId="ad38a76e-9b59-49d6-bb89-4882e91edec9" providerId="ADAL" clId="{344FF596-7249-49AF-BF72-858208B3DBB0}" dt="2026-02-23T19:00:21.263" v="158" actId="20577"/>
          <ac:spMkLst>
            <pc:docMk/>
            <pc:sldMk cId="1507598167" sldId="281"/>
            <ac:spMk id="5" creationId="{A269046E-FC1E-203B-E919-53E1320F266B}"/>
          </ac:spMkLst>
        </pc:spChg>
        <pc:graphicFrameChg chg="modGraphic">
          <ac:chgData name="Sam Easther" userId="ad38a76e-9b59-49d6-bb89-4882e91edec9" providerId="ADAL" clId="{344FF596-7249-49AF-BF72-858208B3DBB0}" dt="2026-02-23T19:02:14.657" v="327" actId="20577"/>
          <ac:graphicFrameMkLst>
            <pc:docMk/>
            <pc:sldMk cId="1507598167" sldId="281"/>
            <ac:graphicFrameMk id="8" creationId="{AFE84755-872F-758C-A182-2AD672F15511}"/>
          </ac:graphicFrameMkLst>
        </pc:graphicFrameChg>
      </pc:sldChg>
      <pc:sldChg chg="modSp add mod">
        <pc:chgData name="Sam Easther" userId="ad38a76e-9b59-49d6-bb89-4882e91edec9" providerId="ADAL" clId="{344FF596-7249-49AF-BF72-858208B3DBB0}" dt="2026-02-23T19:01:52.111" v="298" actId="20577"/>
        <pc:sldMkLst>
          <pc:docMk/>
          <pc:sldMk cId="298929865" sldId="282"/>
        </pc:sldMkLst>
        <pc:spChg chg="mod">
          <ac:chgData name="Sam Easther" userId="ad38a76e-9b59-49d6-bb89-4882e91edec9" providerId="ADAL" clId="{344FF596-7249-49AF-BF72-858208B3DBB0}" dt="2026-02-23T19:01:37.830" v="257" actId="5793"/>
          <ac:spMkLst>
            <pc:docMk/>
            <pc:sldMk cId="298929865" sldId="282"/>
            <ac:spMk id="5" creationId="{9BF31616-28FB-BE90-CB0F-30098BF6F75F}"/>
          </ac:spMkLst>
        </pc:spChg>
        <pc:graphicFrameChg chg="modGraphic">
          <ac:chgData name="Sam Easther" userId="ad38a76e-9b59-49d6-bb89-4882e91edec9" providerId="ADAL" clId="{344FF596-7249-49AF-BF72-858208B3DBB0}" dt="2026-02-23T19:01:52.111" v="298" actId="20577"/>
          <ac:graphicFrameMkLst>
            <pc:docMk/>
            <pc:sldMk cId="298929865" sldId="282"/>
            <ac:graphicFrameMk id="8" creationId="{30BA4F38-45A7-10AE-48AC-F97843C3F218}"/>
          </ac:graphicFrameMkLst>
        </pc:graphicFrameChg>
      </pc:sldChg>
      <pc:sldChg chg="modSp add mod">
        <pc:chgData name="Sam Easther" userId="ad38a76e-9b59-49d6-bb89-4882e91edec9" providerId="ADAL" clId="{344FF596-7249-49AF-BF72-858208B3DBB0}" dt="2026-02-23T19:03:26.054" v="467" actId="20577"/>
        <pc:sldMkLst>
          <pc:docMk/>
          <pc:sldMk cId="2156474708" sldId="283"/>
        </pc:sldMkLst>
        <pc:spChg chg="mod">
          <ac:chgData name="Sam Easther" userId="ad38a76e-9b59-49d6-bb89-4882e91edec9" providerId="ADAL" clId="{344FF596-7249-49AF-BF72-858208B3DBB0}" dt="2026-02-23T19:03:14.287" v="440" actId="20577"/>
          <ac:spMkLst>
            <pc:docMk/>
            <pc:sldMk cId="2156474708" sldId="283"/>
            <ac:spMk id="5" creationId="{7428BA8A-2543-05D0-481E-EDE811855157}"/>
          </ac:spMkLst>
        </pc:spChg>
        <pc:graphicFrameChg chg="modGraphic">
          <ac:chgData name="Sam Easther" userId="ad38a76e-9b59-49d6-bb89-4882e91edec9" providerId="ADAL" clId="{344FF596-7249-49AF-BF72-858208B3DBB0}" dt="2026-02-23T19:03:26.054" v="467" actId="20577"/>
          <ac:graphicFrameMkLst>
            <pc:docMk/>
            <pc:sldMk cId="2156474708" sldId="283"/>
            <ac:graphicFrameMk id="8" creationId="{C3580772-EBA3-7111-4CCE-A637D3DD3E8A}"/>
          </ac:graphicFrameMkLst>
        </pc:graphicFrameChg>
      </pc:sldChg>
      <pc:sldChg chg="modSp add mod">
        <pc:chgData name="Sam Easther" userId="ad38a76e-9b59-49d6-bb89-4882e91edec9" providerId="ADAL" clId="{344FF596-7249-49AF-BF72-858208B3DBB0}" dt="2026-02-23T19:04:50.131" v="513" actId="20577"/>
        <pc:sldMkLst>
          <pc:docMk/>
          <pc:sldMk cId="1179136202" sldId="284"/>
        </pc:sldMkLst>
        <pc:spChg chg="mod">
          <ac:chgData name="Sam Easther" userId="ad38a76e-9b59-49d6-bb89-4882e91edec9" providerId="ADAL" clId="{344FF596-7249-49AF-BF72-858208B3DBB0}" dt="2026-02-23T19:04:50.131" v="513" actId="20577"/>
          <ac:spMkLst>
            <pc:docMk/>
            <pc:sldMk cId="1179136202" sldId="284"/>
            <ac:spMk id="5" creationId="{4B99A40F-E640-7527-3B70-6B6BF78BB078}"/>
          </ac:spMkLst>
        </pc:spChg>
      </pc:sldChg>
      <pc:sldChg chg="modSp add mod">
        <pc:chgData name="Sam Easther" userId="ad38a76e-9b59-49d6-bb89-4882e91edec9" providerId="ADAL" clId="{344FF596-7249-49AF-BF72-858208B3DBB0}" dt="2026-02-23T19:04:57.385" v="533" actId="20577"/>
        <pc:sldMkLst>
          <pc:docMk/>
          <pc:sldMk cId="2500729720" sldId="285"/>
        </pc:sldMkLst>
        <pc:spChg chg="mod">
          <ac:chgData name="Sam Easther" userId="ad38a76e-9b59-49d6-bb89-4882e91edec9" providerId="ADAL" clId="{344FF596-7249-49AF-BF72-858208B3DBB0}" dt="2026-02-23T19:04:57.385" v="533" actId="20577"/>
          <ac:spMkLst>
            <pc:docMk/>
            <pc:sldMk cId="2500729720" sldId="285"/>
            <ac:spMk id="5" creationId="{7456E718-51EE-DD72-55A0-BEE054C9FA72}"/>
          </ac:spMkLst>
        </pc:spChg>
      </pc:sldChg>
      <pc:sldChg chg="modSp add mod">
        <pc:chgData name="Sam Easther" userId="ad38a76e-9b59-49d6-bb89-4882e91edec9" providerId="ADAL" clId="{344FF596-7249-49AF-BF72-858208B3DBB0}" dt="2026-02-23T19:05:29.889" v="582" actId="20577"/>
        <pc:sldMkLst>
          <pc:docMk/>
          <pc:sldMk cId="3708253657" sldId="286"/>
        </pc:sldMkLst>
        <pc:spChg chg="mod">
          <ac:chgData name="Sam Easther" userId="ad38a76e-9b59-49d6-bb89-4882e91edec9" providerId="ADAL" clId="{344FF596-7249-49AF-BF72-858208B3DBB0}" dt="2026-02-23T19:05:29.889" v="582" actId="20577"/>
          <ac:spMkLst>
            <pc:docMk/>
            <pc:sldMk cId="3708253657" sldId="286"/>
            <ac:spMk id="5" creationId="{7E49C190-6C2F-C8B0-AF3F-A84A74ED82E8}"/>
          </ac:spMkLst>
        </pc:spChg>
      </pc:sldChg>
      <pc:sldChg chg="modSp add mod">
        <pc:chgData name="Sam Easther" userId="ad38a76e-9b59-49d6-bb89-4882e91edec9" providerId="ADAL" clId="{344FF596-7249-49AF-BF72-858208B3DBB0}" dt="2026-02-23T19:05:14.576" v="578" actId="20577"/>
        <pc:sldMkLst>
          <pc:docMk/>
          <pc:sldMk cId="1522653533" sldId="287"/>
        </pc:sldMkLst>
        <pc:spChg chg="mod">
          <ac:chgData name="Sam Easther" userId="ad38a76e-9b59-49d6-bb89-4882e91edec9" providerId="ADAL" clId="{344FF596-7249-49AF-BF72-858208B3DBB0}" dt="2026-02-23T19:05:14.576" v="578" actId="20577"/>
          <ac:spMkLst>
            <pc:docMk/>
            <pc:sldMk cId="1522653533" sldId="287"/>
            <ac:spMk id="5" creationId="{2195DB73-2383-ACBA-1C93-78D850D7A2D0}"/>
          </ac:spMkLst>
        </pc:spChg>
      </pc:sldChg>
      <pc:sldChg chg="modSp add mod">
        <pc:chgData name="Sam Easther" userId="ad38a76e-9b59-49d6-bb89-4882e91edec9" providerId="ADAL" clId="{344FF596-7249-49AF-BF72-858208B3DBB0}" dt="2026-02-23T19:05:44.135" v="596" actId="20577"/>
        <pc:sldMkLst>
          <pc:docMk/>
          <pc:sldMk cId="1560469374" sldId="288"/>
        </pc:sldMkLst>
        <pc:spChg chg="mod">
          <ac:chgData name="Sam Easther" userId="ad38a76e-9b59-49d6-bb89-4882e91edec9" providerId="ADAL" clId="{344FF596-7249-49AF-BF72-858208B3DBB0}" dt="2026-02-23T19:05:44.135" v="596" actId="20577"/>
          <ac:spMkLst>
            <pc:docMk/>
            <pc:sldMk cId="1560469374" sldId="288"/>
            <ac:spMk id="5" creationId="{005373B3-3B44-A34E-6F31-077D0EEA07E5}"/>
          </ac:spMkLst>
        </pc:spChg>
      </pc:sldChg>
      <pc:sldChg chg="modSp add mod">
        <pc:chgData name="Sam Easther" userId="ad38a76e-9b59-49d6-bb89-4882e91edec9" providerId="ADAL" clId="{344FF596-7249-49AF-BF72-858208B3DBB0}" dt="2026-02-23T19:05:50.025" v="605" actId="20577"/>
        <pc:sldMkLst>
          <pc:docMk/>
          <pc:sldMk cId="1298035116" sldId="289"/>
        </pc:sldMkLst>
        <pc:spChg chg="mod">
          <ac:chgData name="Sam Easther" userId="ad38a76e-9b59-49d6-bb89-4882e91edec9" providerId="ADAL" clId="{344FF596-7249-49AF-BF72-858208B3DBB0}" dt="2026-02-23T19:05:50.025" v="605" actId="20577"/>
          <ac:spMkLst>
            <pc:docMk/>
            <pc:sldMk cId="1298035116" sldId="289"/>
            <ac:spMk id="5" creationId="{1E25028B-8A94-39A5-4E22-FDE7A1BC0C27}"/>
          </ac:spMkLst>
        </pc:spChg>
      </pc:sldChg>
      <pc:sldChg chg="modSp add mod">
        <pc:chgData name="Sam Easther" userId="ad38a76e-9b59-49d6-bb89-4882e91edec9" providerId="ADAL" clId="{344FF596-7249-49AF-BF72-858208B3DBB0}" dt="2026-02-23T19:06:00.309" v="610" actId="20577"/>
        <pc:sldMkLst>
          <pc:docMk/>
          <pc:sldMk cId="3454584630" sldId="290"/>
        </pc:sldMkLst>
        <pc:spChg chg="mod">
          <ac:chgData name="Sam Easther" userId="ad38a76e-9b59-49d6-bb89-4882e91edec9" providerId="ADAL" clId="{344FF596-7249-49AF-BF72-858208B3DBB0}" dt="2026-02-23T19:06:00.309" v="610" actId="20577"/>
          <ac:spMkLst>
            <pc:docMk/>
            <pc:sldMk cId="3454584630" sldId="290"/>
            <ac:spMk id="5" creationId="{7E8B2813-5458-88DA-22F6-25DE7DEC62C4}"/>
          </ac:spMkLst>
        </pc:spChg>
      </pc:sldChg>
      <pc:sldChg chg="modSp add mod">
        <pc:chgData name="Sam Easther" userId="ad38a76e-9b59-49d6-bb89-4882e91edec9" providerId="ADAL" clId="{344FF596-7249-49AF-BF72-858208B3DBB0}" dt="2026-02-23T19:06:10.872" v="626" actId="20577"/>
        <pc:sldMkLst>
          <pc:docMk/>
          <pc:sldMk cId="2243729748" sldId="291"/>
        </pc:sldMkLst>
        <pc:spChg chg="mod">
          <ac:chgData name="Sam Easther" userId="ad38a76e-9b59-49d6-bb89-4882e91edec9" providerId="ADAL" clId="{344FF596-7249-49AF-BF72-858208B3DBB0}" dt="2026-02-23T19:06:10.872" v="626" actId="20577"/>
          <ac:spMkLst>
            <pc:docMk/>
            <pc:sldMk cId="2243729748" sldId="291"/>
            <ac:spMk id="5" creationId="{BD8B2CBA-A8E4-3611-FB33-C8E002560879}"/>
          </ac:spMkLst>
        </pc:spChg>
      </pc:sldChg>
      <pc:sldChg chg="modSp add mod">
        <pc:chgData name="Sam Easther" userId="ad38a76e-9b59-49d6-bb89-4882e91edec9" providerId="ADAL" clId="{344FF596-7249-49AF-BF72-858208B3DBB0}" dt="2026-02-23T19:06:47.490" v="642" actId="20577"/>
        <pc:sldMkLst>
          <pc:docMk/>
          <pc:sldMk cId="2575756919" sldId="292"/>
        </pc:sldMkLst>
        <pc:spChg chg="mod">
          <ac:chgData name="Sam Easther" userId="ad38a76e-9b59-49d6-bb89-4882e91edec9" providerId="ADAL" clId="{344FF596-7249-49AF-BF72-858208B3DBB0}" dt="2026-02-23T19:06:47.490" v="642" actId="20577"/>
          <ac:spMkLst>
            <pc:docMk/>
            <pc:sldMk cId="2575756919" sldId="292"/>
            <ac:spMk id="5" creationId="{BD616DC6-FB42-C731-FE82-612314785278}"/>
          </ac:spMkLst>
        </pc:spChg>
      </pc:sldChg>
      <pc:sldChg chg="modSp add mod">
        <pc:chgData name="Sam Easther" userId="ad38a76e-9b59-49d6-bb89-4882e91edec9" providerId="ADAL" clId="{344FF596-7249-49AF-BF72-858208B3DBB0}" dt="2026-02-23T19:41:05.703" v="669" actId="20577"/>
        <pc:sldMkLst>
          <pc:docMk/>
          <pc:sldMk cId="491371376" sldId="293"/>
        </pc:sldMkLst>
        <pc:spChg chg="mod">
          <ac:chgData name="Sam Easther" userId="ad38a76e-9b59-49d6-bb89-4882e91edec9" providerId="ADAL" clId="{344FF596-7249-49AF-BF72-858208B3DBB0}" dt="2026-02-23T19:41:05.703" v="669" actId="20577"/>
          <ac:spMkLst>
            <pc:docMk/>
            <pc:sldMk cId="491371376" sldId="293"/>
            <ac:spMk id="5" creationId="{2B92159A-AD16-496C-54B8-F238C7510278}"/>
          </ac:spMkLst>
        </pc:spChg>
      </pc:sldChg>
      <pc:sldChg chg="modSp add mod">
        <pc:chgData name="Sam Easther" userId="ad38a76e-9b59-49d6-bb89-4882e91edec9" providerId="ADAL" clId="{344FF596-7249-49AF-BF72-858208B3DBB0}" dt="2026-02-23T19:42:08.223" v="711" actId="20577"/>
        <pc:sldMkLst>
          <pc:docMk/>
          <pc:sldMk cId="3186093763" sldId="294"/>
        </pc:sldMkLst>
        <pc:spChg chg="mod">
          <ac:chgData name="Sam Easther" userId="ad38a76e-9b59-49d6-bb89-4882e91edec9" providerId="ADAL" clId="{344FF596-7249-49AF-BF72-858208B3DBB0}" dt="2026-02-23T19:42:08.223" v="711" actId="20577"/>
          <ac:spMkLst>
            <pc:docMk/>
            <pc:sldMk cId="3186093763" sldId="294"/>
            <ac:spMk id="5" creationId="{BC0B0B75-C027-C2DD-A6B4-7F96F88655A4}"/>
          </ac:spMkLst>
        </pc:spChg>
      </pc:sldChg>
      <pc:sldChg chg="modSp add mod">
        <pc:chgData name="Sam Easther" userId="ad38a76e-9b59-49d6-bb89-4882e91edec9" providerId="ADAL" clId="{344FF596-7249-49AF-BF72-858208B3DBB0}" dt="2026-02-23T19:42:14.874" v="721" actId="20577"/>
        <pc:sldMkLst>
          <pc:docMk/>
          <pc:sldMk cId="1450944305" sldId="295"/>
        </pc:sldMkLst>
        <pc:spChg chg="mod">
          <ac:chgData name="Sam Easther" userId="ad38a76e-9b59-49d6-bb89-4882e91edec9" providerId="ADAL" clId="{344FF596-7249-49AF-BF72-858208B3DBB0}" dt="2026-02-23T19:42:14.874" v="721" actId="20577"/>
          <ac:spMkLst>
            <pc:docMk/>
            <pc:sldMk cId="1450944305" sldId="295"/>
            <ac:spMk id="5" creationId="{6BAFF6CB-A97A-B646-9358-0DB2FC5963E0}"/>
          </ac:spMkLst>
        </pc:spChg>
      </pc:sldChg>
      <pc:sldChg chg="modSp add mod">
        <pc:chgData name="Sam Easther" userId="ad38a76e-9b59-49d6-bb89-4882e91edec9" providerId="ADAL" clId="{344FF596-7249-49AF-BF72-858208B3DBB0}" dt="2026-02-23T19:42:20.089" v="731" actId="20577"/>
        <pc:sldMkLst>
          <pc:docMk/>
          <pc:sldMk cId="2948381070" sldId="296"/>
        </pc:sldMkLst>
        <pc:spChg chg="mod">
          <ac:chgData name="Sam Easther" userId="ad38a76e-9b59-49d6-bb89-4882e91edec9" providerId="ADAL" clId="{344FF596-7249-49AF-BF72-858208B3DBB0}" dt="2026-02-23T19:42:20.089" v="731" actId="20577"/>
          <ac:spMkLst>
            <pc:docMk/>
            <pc:sldMk cId="2948381070" sldId="296"/>
            <ac:spMk id="5" creationId="{B611C6FE-6517-F25A-40E6-1392E54408E0}"/>
          </ac:spMkLst>
        </pc:spChg>
      </pc:sldChg>
      <pc:sldChg chg="modSp add mod">
        <pc:chgData name="Sam Easther" userId="ad38a76e-9b59-49d6-bb89-4882e91edec9" providerId="ADAL" clId="{344FF596-7249-49AF-BF72-858208B3DBB0}" dt="2026-02-23T19:42:53.147" v="759" actId="20577"/>
        <pc:sldMkLst>
          <pc:docMk/>
          <pc:sldMk cId="48476259" sldId="297"/>
        </pc:sldMkLst>
        <pc:spChg chg="mod">
          <ac:chgData name="Sam Easther" userId="ad38a76e-9b59-49d6-bb89-4882e91edec9" providerId="ADAL" clId="{344FF596-7249-49AF-BF72-858208B3DBB0}" dt="2026-02-23T19:42:53.147" v="759" actId="20577"/>
          <ac:spMkLst>
            <pc:docMk/>
            <pc:sldMk cId="48476259" sldId="297"/>
            <ac:spMk id="5" creationId="{BA749964-3801-CAA5-7203-1FBD2C4930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066C8-3985-4C62-A6D7-715249D66CB6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A7B18-82BC-4240-8EE2-DB5EC5B90C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9529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3195-98A8-4490-A8D9-7489BFD830BF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609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84AB3-043D-465A-9E89-EEF3DA0D02B9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971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03DD5-A683-46AB-8438-74D85F808D3B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811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9166-00B6-4928-87B2-D0816C9743AE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8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ACF29-4256-49EB-A750-009143718034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2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EAEFE-289C-42FF-9D5F-CAA459F617A4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54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5DC8-A37F-467E-A948-2C965E4C9565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79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6F8F-CC1C-495F-86FF-2BED0705200C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82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272E-3828-4B4D-9102-AA1CA76A9ECA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077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8F21-0C14-4365-9395-A42631BB4988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688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7C74F-0487-41D7-9E5E-2782AFFC72FC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PROJECT: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70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45444-89D5-4F96-B577-515230A00D47}" type="datetime8">
              <a:rPr lang="en-AU" smtClean="0"/>
              <a:t>24/02/2026 5:56 AM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AU"/>
              <a:t>PROJECT: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D8B6A-5CFC-467A-89F6-502FB111E1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35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0.xml"/><Relationship Id="rId18" Type="http://schemas.openxmlformats.org/officeDocument/2006/relationships/slide" Target="slide32.xml"/><Relationship Id="rId3" Type="http://schemas.openxmlformats.org/officeDocument/2006/relationships/slide" Target="slide4.xml"/><Relationship Id="rId21" Type="http://schemas.openxmlformats.org/officeDocument/2006/relationships/slide" Target="slide38.xml"/><Relationship Id="rId7" Type="http://schemas.openxmlformats.org/officeDocument/2006/relationships/slide" Target="slide11.xml"/><Relationship Id="rId12" Type="http://schemas.openxmlformats.org/officeDocument/2006/relationships/slide" Target="slide19.xml"/><Relationship Id="rId17" Type="http://schemas.openxmlformats.org/officeDocument/2006/relationships/slide" Target="slide31.xml"/><Relationship Id="rId25" Type="http://schemas.openxmlformats.org/officeDocument/2006/relationships/slide" Target="slide42.xml"/><Relationship Id="rId2" Type="http://schemas.openxmlformats.org/officeDocument/2006/relationships/slide" Target="slide3.xml"/><Relationship Id="rId16" Type="http://schemas.openxmlformats.org/officeDocument/2006/relationships/slide" Target="slide30.xml"/><Relationship Id="rId20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7.xml"/><Relationship Id="rId24" Type="http://schemas.openxmlformats.org/officeDocument/2006/relationships/slide" Target="slide41.xml"/><Relationship Id="rId5" Type="http://schemas.openxmlformats.org/officeDocument/2006/relationships/slide" Target="slide8.xml"/><Relationship Id="rId15" Type="http://schemas.openxmlformats.org/officeDocument/2006/relationships/slide" Target="slide22.xml"/><Relationship Id="rId23" Type="http://schemas.openxmlformats.org/officeDocument/2006/relationships/slide" Target="slide40.xml"/><Relationship Id="rId10" Type="http://schemas.openxmlformats.org/officeDocument/2006/relationships/slide" Target="slide16.xml"/><Relationship Id="rId19" Type="http://schemas.openxmlformats.org/officeDocument/2006/relationships/slide" Target="slide33.xml"/><Relationship Id="rId4" Type="http://schemas.openxmlformats.org/officeDocument/2006/relationships/slide" Target="slide6.xml"/><Relationship Id="rId9" Type="http://schemas.openxmlformats.org/officeDocument/2006/relationships/slide" Target="slide15.xml"/><Relationship Id="rId14" Type="http://schemas.openxmlformats.org/officeDocument/2006/relationships/slide" Target="slide21.xml"/><Relationship Id="rId22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32C7D8-1116-9F7B-B581-330880FC689C}"/>
              </a:ext>
            </a:extLst>
          </p:cNvPr>
          <p:cNvSpPr txBox="1"/>
          <p:nvPr/>
        </p:nvSpPr>
        <p:spPr>
          <a:xfrm>
            <a:off x="363608" y="367828"/>
            <a:ext cx="6028265" cy="1294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Brittany Signature Demo" panose="02000503000000000000" pitchFamily="50" charset="0"/>
                <a:ea typeface="+mj-ea"/>
                <a:cs typeface="+mj-cs"/>
              </a:rPr>
              <a:t>Fixtures + Finishes Schedule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71C8A-E137-4172-8D1F-A508FB1444D4}"/>
              </a:ext>
            </a:extLst>
          </p:cNvPr>
          <p:cNvSpPr txBox="1"/>
          <p:nvPr/>
        </p:nvSpPr>
        <p:spPr>
          <a:xfrm>
            <a:off x="407151" y="1495230"/>
            <a:ext cx="3782631" cy="1038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cap="all" dirty="0"/>
              <a:t>[project address]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cap="all" dirty="0"/>
              <a:t>[clients names]</a:t>
            </a:r>
          </a:p>
        </p:txBody>
      </p:sp>
      <p:pic>
        <p:nvPicPr>
          <p:cNvPr id="4" name="Picture 3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2D193C26-3F73-B285-48D5-56D6303C0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025" y="5849419"/>
            <a:ext cx="712233" cy="71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85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111E-76E0-74FF-9860-C6A4DB7C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Narrow" panose="020B0004020202020204" pitchFamily="34" charset="0"/>
              </a:rPr>
              <a:t>CONTENTS</a:t>
            </a:r>
            <a:endParaRPr lang="en-AU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173BF-CDD4-F5FE-DB46-2681476EB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611086"/>
            <a:ext cx="8543925" cy="4490357"/>
          </a:xfrm>
        </p:spPr>
        <p:txBody>
          <a:bodyPr numCol="2">
            <a:normAutofit fontScale="92500" lnSpcReduction="10000"/>
          </a:bodyPr>
          <a:lstStyle/>
          <a:p>
            <a:r>
              <a:rPr lang="en-US" sz="1700" dirty="0">
                <a:latin typeface="Aptos Narrow" panose="020B0004020202020204" pitchFamily="34" charset="0"/>
                <a:hlinkClick r:id="rId2" action="ppaction://hlinksldjump"/>
              </a:rPr>
              <a:t>APPLIANCES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3" action="ppaction://hlinksldjump"/>
              </a:rPr>
              <a:t>BALUSTRADE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3" action="ppaction://hlinksldjump"/>
              </a:rPr>
              <a:t>BRICK &amp; BLOCKWORK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4" action="ppaction://hlinksldjump"/>
              </a:rPr>
              <a:t>CLADDING &amp; EAVES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5" action="ppaction://hlinksldjump"/>
              </a:rPr>
              <a:t>DECKS &amp; SCREENING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6" action="ppaction://hlinksldjump"/>
              </a:rPr>
              <a:t>FIT OUT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7" action="ppaction://hlinksldjump"/>
              </a:rPr>
              <a:t>CONCRETING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8" action="ppaction://hlinksldjump"/>
              </a:rPr>
              <a:t>ELECTRICAL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9" action="ppaction://hlinksldjump"/>
              </a:rPr>
              <a:t>ELECTRICAL FITTINGS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0" action="ppaction://hlinksldjump"/>
              </a:rPr>
              <a:t>FENCING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1" action="ppaction://hlinksldjump"/>
              </a:rPr>
              <a:t>FLOORING &amp; FLOOR COVERINGS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2" action="ppaction://hlinksldjump"/>
              </a:rPr>
              <a:t>GARAGE DOORS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3" action="ppaction://hlinksldjump"/>
              </a:rPr>
              <a:t>GLAZING</a:t>
            </a:r>
            <a:endParaRPr lang="en-US" sz="1700" dirty="0">
              <a:latin typeface="Aptos Narrow" panose="020B0004020202020204" pitchFamily="34" charset="0"/>
            </a:endParaRPr>
          </a:p>
          <a:p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4" action="ppaction://hlinksldjump"/>
              </a:rPr>
              <a:t>HEATING (NON-ELECTRIC)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5" action="ppaction://hlinksldjump"/>
              </a:rPr>
              <a:t>JOINERY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6" action="ppaction://hlinksldjump"/>
              </a:rPr>
              <a:t>JOINERY – INTERNAL STAIRS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7" action="ppaction://hlinksldjump"/>
              </a:rPr>
              <a:t>LANDSCAPING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8" action="ppaction://hlinksldjump"/>
              </a:rPr>
              <a:t>METAL WALL &amp; ROOF CLADDING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19" action="ppaction://hlinksldjump"/>
              </a:rPr>
              <a:t>PAINTING &amp; RENDERING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20" action="ppaction://hlinksldjump"/>
              </a:rPr>
              <a:t>PLUMBING &amp; SANITARY FITTINGS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21" action="ppaction://hlinksldjump"/>
              </a:rPr>
              <a:t>ROOFING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22" action="ppaction://hlinksldjump"/>
              </a:rPr>
              <a:t>STEEL &amp; WELDING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23" action="ppaction://hlinksldjump"/>
              </a:rPr>
              <a:t>TILING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24" action="ppaction://hlinksldjump"/>
              </a:rPr>
              <a:t>WATER TANKS</a:t>
            </a:r>
            <a:endParaRPr lang="en-US" sz="1700" dirty="0">
              <a:latin typeface="Aptos Narrow" panose="020B0004020202020204" pitchFamily="34" charset="0"/>
            </a:endParaRPr>
          </a:p>
          <a:p>
            <a:r>
              <a:rPr lang="en-US" sz="1700" dirty="0">
                <a:latin typeface="Aptos Narrow" panose="020B0004020202020204" pitchFamily="34" charset="0"/>
                <a:hlinkClick r:id="rId25" action="ppaction://hlinksldjump"/>
              </a:rPr>
              <a:t>WINDOWS &amp; GLAZED DOORS</a:t>
            </a:r>
            <a:endParaRPr lang="en-US" sz="1700" dirty="0">
              <a:latin typeface="Aptos Narrow" panose="020B0004020202020204" pitchFamily="34" charset="0"/>
            </a:endParaRPr>
          </a:p>
          <a:p>
            <a:endParaRPr lang="en-US" sz="1400" dirty="0">
              <a:latin typeface="Aptos Narrow" panose="020B0004020202020204" pitchFamily="34" charset="0"/>
            </a:endParaRPr>
          </a:p>
          <a:p>
            <a:endParaRPr lang="en-AU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5089387-D40D-6A2B-17D3-33A095F0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 dirty="0"/>
              <a:t>PROJECT: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ABF1CF-896F-C5FB-486A-3D68B5BC9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1B78-EAEA-4550-B2DE-9D1C8BEDCCA2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287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FADD11-E449-9093-2F42-4EBA65307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10669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MODEL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OVEN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COOKTOP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RANGEHOOD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DISHWASHER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FRIDGE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1030A9-1361-6543-17CB-738205C11C0C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APPLIANCES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F568A-4962-E70A-EDFD-918F53C3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AC7FA232-81EA-2541-36F7-EE61976DA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8CB9F-535F-C3CB-4FFC-17B41780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EF86-7B7B-4272-8F3E-38CBCAA7771A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524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AC1F-59FD-A4A0-DC72-4C512CED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3AC3EA-97ED-8C0C-C0FA-875BA3D30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642857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062307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701095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877827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5029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5260ED-D552-84B7-E539-89125F5F2B3D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BALUSTRADE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F7FED-CE55-F016-80D8-B440D417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6EB2A902-F2A0-1BD1-4CDB-5C4AEA046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AEDA7-059C-7970-1F1F-647F615E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38B3-ADDF-4D5B-9A37-8E8AC6FA2ABB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9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D1902-2649-CD14-03A9-083B3D47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9C9E4C-196C-260E-9862-BCD0B163E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27029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PRODUCT CODE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FACE BRICK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MORTAR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MORTAR JOINT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BLOCK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74E089-352B-F4A8-30BB-0ECFCF138702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565656"/>
                </a:solidFill>
                <a:effectLst/>
              </a:rPr>
              <a:t>BRICK &amp; BLOCKWORK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4A4FE-BA47-BC1C-0813-477D776D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 dirty="0"/>
              <a:t>PROJECT:</a:t>
            </a:r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3D23A137-575F-A709-9578-71384B20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81203-3400-07C6-CFAF-FCC116B8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EA53F-80D0-4E98-91CC-A0F116EE9323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8737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80D8-C241-51D5-4E87-DE9644EF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CFD742-802E-C980-FFAF-D84409734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936780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PRODUCT CODE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EAVES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UNDERCROFTS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QUAD MOULD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JOINING STRIPS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421F41-B123-DF61-C393-BDCEAFAAD2AF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565656"/>
                </a:solidFill>
                <a:effectLst/>
              </a:rPr>
              <a:t>CLADDING &amp; EAVES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F450A-7E10-D71D-8C19-27393C8C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 dirty="0"/>
              <a:t>PROJECT:</a:t>
            </a:r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181E196-DDC2-3619-FCEB-AE3F9564B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3033E-475F-5C2C-7C53-7A83FE62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68E3-6F22-4FAE-A2D4-99755ABAD9CB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12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2910-B03D-61C9-F824-C11C3E2C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74BF53-0743-7F06-474F-6CB9A9120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35000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CLADDING 1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CLADDING 2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CLADDING 3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CLADDING 4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ECE032-A819-6570-5FAB-2B393D010B3E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565656"/>
                </a:solidFill>
                <a:effectLst/>
              </a:rPr>
              <a:t>CLADDING &amp; EAVES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CD832-08DD-7410-FFC7-8412F579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 dirty="0"/>
              <a:t>PROJECT:</a:t>
            </a:r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089BB535-E63C-C39F-C887-63EA3319A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4A1D6-F948-E718-5AE2-CA857AFC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C37D-3904-470F-921B-AF46D3ED6B00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79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CBBC-D88A-DD85-74EE-565A076B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D24395-2288-5035-4C63-4569EA06D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28787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DECKING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FIXINGS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SCREENING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FIXINGS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D4B512-5FA9-4B6D-640E-D8D6BA256D29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565656"/>
                </a:solidFill>
                <a:effectLst/>
              </a:rPr>
              <a:t>DECKS &amp; SCREENING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6F443-E7F9-8FD0-D1FF-785EBB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 dirty="0"/>
              <a:t>PROJECT:</a:t>
            </a:r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FF62B54A-D254-50C1-3A56-FB85E250C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ADD1F-F9AE-30FD-B0EB-89FCA3CA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8DBB3-DBD1-4A02-A183-8E1E8AB6F2D4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75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6F08-DED5-8C41-D9A4-2FA8E3C6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4C133B-7044-0263-79E1-3C17EAFE8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19661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PRODUCT CODE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INTERNAL DOOR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INTERNAL DOOR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DOOR JAMB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DOOR HINGES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DOOR STOP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BCB753-4B41-FC62-E0D0-A4FD01E8A20C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FIT OUT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ECEFC-792B-68FC-99D1-19082A30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422A469C-4CBB-1C47-27A5-5FEEC098C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A41E0E-399B-4D47-E5A9-8BD1A030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F36D-1370-4C32-B106-AF678EC646A4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46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1B19-E343-6CE4-5D4D-44E87F52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4AC14C-5BC8-3851-9B19-0390749D4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83889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PRODUCT CODE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EXTERNAL FEATURE DOOR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EXTERNAL DOOR HANDLE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ARCHITRAVES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SKIRTINGS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1E9991-9AA5-88FE-F408-5975E327C8ED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FIT OUT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3D741-82F5-5DD4-3CC3-CE541DE9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C2C87E94-4576-9479-2F39-1EF47811E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6205C-8919-BC62-4EFC-36DA8A4A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3E0D-7C48-4BF0-996B-35699447F3E8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806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0220-EF49-B615-231B-F44DFB76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6B3C15-1A00-F491-9FE8-D120A0758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514550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DRIVEWAY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KERBING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WHEEL STOPS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EC743F-3BAF-3F23-3093-A477CE608813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CONCRETING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8176D-3421-31DD-6213-5FD84148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4BF5B94-3D1E-1AA8-FCE0-F66B87812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707C1-C930-ED55-9526-9635405F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D14C-1121-4F5B-8F5E-3B3F12F39E27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356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B3EB-DD6A-33EA-C10F-13D6BD97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7CA3D2-CBE2-8048-49CF-F947F9F26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421514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INTERNAL GPO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EXTERNAL GPO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DOWNLIGHT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DIMMER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EXTERNAL WALL LIGHT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52ABAC-C73E-06BA-043D-2994BF40B3B6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ELECTRICAL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57EDE-EAE2-0B13-99C5-BB906ADD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13CAD135-E042-B7E1-FC4E-2B017A319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400B2-EF22-79F9-214B-2BFA436CE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D12-D7E8-42B6-A6E2-4D00BE364133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0854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3911-5ABE-5685-F3E3-C44DFE10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A647D3-136C-4CC0-9060-3E013B5B2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498402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DESCRIPTION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SMOKE DETECTOR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HEAT/LIGHT/FAN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TV POINT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TV ANTENNA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LED STRIP LIGHT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F11A02-21F4-ED11-37A9-EC3BDDA86CB9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ELECTRICAL CONT…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CFE90-31A3-90F0-881F-3A694277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7EDF856F-6F58-31B7-DF66-211C1D71D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57936-D063-3C57-DB09-59DFBA24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816F-DDD9-4B97-83F7-7A3FC33D066D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5117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A66D7-8B38-39C2-90BE-0F89F6AA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C48AC5-DA91-B120-3F7B-6C452F568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07008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8076DC9-ADC7-EEAD-9772-A1D0A59FFE79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ELECTRICAL CONT…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BBD63-79CD-9D56-C166-5EE56484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81948A9C-BA59-D9B0-2A78-94D20947C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8B9AE-A9F1-381C-8028-197D624B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32EE-41BE-45EF-899C-45E82434DF56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837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90E1-E0F8-9BB8-F374-2FFCE1DC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1CA23D-1B39-49F8-E086-FA6BE26F1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080398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FEATURE LIGHT 1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FEATURE LIGHT 2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FEATURE LIGHT 3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424E35-EA8F-425A-52C0-BE67403CCF82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ELECTRICAL FITTINGS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02CD7-C0C2-EB31-9E7E-448174BB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3CF6AE99-9DAF-B16B-C556-266439513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658857-B2B3-F4CA-C225-E766DA2F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1E7C-0E47-4D6B-B945-C0799334B7F9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044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B621-F861-CF28-249A-E45D21D3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6AB0A1-7C50-C1BC-8A63-1AE797A4D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959768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F26D62-72BF-945B-C851-3E7B25B0AD86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FENCING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D5225-D620-BDE3-F88D-9AC19580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C528270-6313-9119-9722-1C4840AFF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92919-75AC-B279-CC5A-1DD77B64B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1E7C-0E47-4D6B-B945-C0799334B7F9}" type="datetime8">
              <a:rPr lang="en-AU" smtClean="0"/>
              <a:t>24/02/2026 5:59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619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086D-82B5-1D1B-8931-A85CB1CB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B14BCB-7B7A-2E3C-D707-F0D8E14F4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396944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CARPET 1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CARPET 2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UNDERLAY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HARD FLOORING 1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HARD FLOORING 2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310D62-BD4F-B1EF-2EB9-C0751B7CD9A6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FLOORING &amp; FLOOR COVERINGS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76F24-FE25-0A00-C6C3-E0880E46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71E77EC9-62FF-F80D-F2A6-1AD8A6F9E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9AEFF-D9EC-5921-6D59-C0232EF7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16-288D-4E00-8B9F-B18652BEEA32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6887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08B7-425C-30A0-25E1-BC924866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BA4F38-45A7-10AE-48AC-F97843C3F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875170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HARD FLOOR UNDERLAY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TRANSITION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F31616-28FB-BE90-CB0F-30098BF6F75F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FLOORING &amp; FLOOR COVERINGS </a:t>
            </a:r>
            <a:r>
              <a:rPr lang="en-AU" b="1" dirty="0" err="1">
                <a:solidFill>
                  <a:srgbClr val="565656"/>
                </a:solidFill>
              </a:rPr>
              <a:t>cont</a:t>
            </a:r>
            <a:r>
              <a:rPr lang="en-AU" b="1" dirty="0">
                <a:solidFill>
                  <a:srgbClr val="565656"/>
                </a:solidFill>
              </a:rPr>
              <a:t>…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82F43-EAB0-37B5-88C5-85F5D9C0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DDE6E8FE-39C3-56FD-D02D-96AE9F7E7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9C497-FDE2-7F5E-5B83-56E8D52C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16-288D-4E00-8B9F-B18652BEEA32}" type="datetime8">
              <a:rPr lang="en-AU" smtClean="0"/>
              <a:t>24/02/2026 6:01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2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E989-B641-D520-C9F0-09FA2A9BD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E84755-872F-758C-A182-2AD672F15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617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GARAGE DOOR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MOTOR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REMOTES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69046E-FC1E-203B-E919-53E1320F266B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GARAGE DOORS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C42D6-2B57-6541-92E0-220FC34D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1AA0284A-ED21-E887-DA40-5F9989CA2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4CAE7-7E5F-CEAB-3BFA-5273BA04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7D16-288D-4E00-8B9F-B18652BEEA32}" type="datetime8">
              <a:rPr lang="en-AU" smtClean="0"/>
              <a:t>24/02/2026 6:00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598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1106-DC3C-27A0-4250-FA929DC7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11E8ED-7A61-3856-ED88-C3C52D18D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07388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GLASS SCREEN 1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GLASS SCREEN 2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GLASS SCREEN 3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MIRROR 1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MIRROR 2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A1C34E-93D0-66DA-BFAB-38E14FB07D54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GLAZING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F48A0-04A5-FAA6-CF0E-8CA101C3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49C2F054-7471-3429-C972-25929E0A1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22272-CBB3-F33C-5B5C-A28347F4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AFCE6-EFCA-415E-AEA7-99B9B26DBED7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1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4C028-B808-801F-5903-834F143A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580772-EBA3-7111-4CCE-A637D3DD3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307567"/>
              </p:ext>
            </p:extLst>
          </p:nvPr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WOODHEATER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GAS HEATER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HEARTH</a:t>
                      </a:r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28BA8A-2543-05D0-481E-EDE811855157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HEATING (NON-ELECTRIC)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EB5EB-456C-14A6-63F8-1A9A06421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84BB4EC9-C3ED-D55D-37AC-C3265D7C6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E757A-C620-9F1D-5CBA-BC8059C2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AFCE6-EFCA-415E-AEA7-99B9B26DBED7}" type="datetime8">
              <a:rPr lang="en-AU" smtClean="0"/>
              <a:t>24/02/2026 6:03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474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6C46-D1FF-ABCE-40FA-B5C01945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0C4BD8-5724-1F12-76BA-BD666B288543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451920-172E-5C43-D5CF-AD6320A2E040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- Kitchen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0C880-B5CC-FDDF-2A0C-3100C42D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8DF7766-78B4-8739-3068-6707BC467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00404-07CE-5BD3-71EC-979840B1C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990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32E8E-7FBD-49A8-4401-203575F9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DCA677-84F4-2BE8-163F-2662DA288211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B99A40F-E640-7527-3B70-6B6BF78BB078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- Pantry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826BC-C416-97AC-E287-740D2FA0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B274DE95-5EA0-73A1-7D91-C034AC6C6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E8469-9A84-D1AF-CF3C-72A51CF8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6:04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136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EBCC-4E9E-96CC-EBF6-40F1F52E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6F82F4-FEB2-7950-1074-5AEF171535EE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56E718-51EE-DD72-55A0-BEE054C9FA72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- Laundry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C0530-EFAC-1EEE-5DE7-2F5889B9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3D801DCF-2131-C7AE-26C9-25B67B79F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135F3-58F3-1868-3B53-D79B178F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6:04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729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B22D-6936-BFE1-C836-8568937B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EC7974-1C83-674B-2BB9-0C7F96BB9D51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49C190-6C2F-C8B0-AF3F-A84A74ED82E8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– Walk In Robe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C613E-E018-A846-367B-C82BBB98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706AD2AA-692B-7031-646F-02EA56A3D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196F8-441B-0ECA-FC82-6CA93A76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6:04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253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913E-2535-94D1-8172-859D8E17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20ED05C-4173-6607-7218-F386933029E6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95DB73-2383-ACBA-1C93-78D850D7A2D0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– Built In Robes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B5028-9983-8444-B7FD-E8606B94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15C55344-6DC2-A82F-8F04-3F45AE230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32C7B-4D73-709A-9D0E-C204413E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6:04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2653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708C-850C-E6F3-6AE0-DCA72C07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EEBB2F-598D-9CAD-268D-00B464BFEC19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5373B3-3B44-A34E-6F31-077D0EEA07E5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– Linen Cupboard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10E45-33DC-CDD4-06B6-74F68FAC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E3C1550-23F2-B345-D756-342331681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92383-0190-7463-2AE6-B2F9D594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6:05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469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107E-97AC-2C6C-87F0-53F0736B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404B14-D98E-67FD-AA21-FA09EEE45D21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25028B-8A94-39A5-4E22-FDE7A1BC0C27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– Day Bed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B390D-FD77-65C1-DCBF-23667B91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5ECC5B5-E1CC-97B2-39C3-F6CB393E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28717-3931-08B7-F591-D3F1B7D7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6:05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035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28458-D145-0210-3754-6CAFADE3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264051-7B19-2391-527A-89B90FFB0836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8B2813-5458-88DA-22F6-25DE7DEC62C4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– Other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7541D-115A-EA28-0B40-893E39BB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2709AA6C-A17D-8ED1-BC60-D6679C8D2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77B87-9795-EAB5-60F0-F92BEB1F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6:05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4584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78F1-0985-5911-E38E-027419AC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D158E3-1EA2-4679-ABF2-CDD91356DD66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8B2CBA-A8E4-3611-FB33-C8E002560879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JOINERY – INTERNAL STAIRS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472C3-DA5F-EBDD-4C40-F186E08C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852864CC-34FC-4E0D-D6EA-50683E8A1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811FB-01DE-9B72-76E8-AA2F4761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3729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155CF-4050-6D42-648B-56E8DEF1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7F489A-378C-10D7-BD81-0AC6CD22C289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616DC6-FB42-C731-FE82-612314785278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LANDSCAPING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48447-EC88-32E2-F1EA-64E34439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269FDB03-8E2F-7CEE-F74D-CC67600BC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55698-A95B-4CC4-D7B7-E4BA2F8AA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6:06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5756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D0F3-3DEC-32E3-2D0A-03C0B4E5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219D73-022B-E7A9-1DE7-4FEE7DF3A637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92159A-AD16-496C-54B8-F238C7510278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METAL WALL &amp; ROOF CLADDING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35409-9308-3EDB-6A61-0E6E2F52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0E43376C-9DB9-EAAD-45B1-F65445853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D2D53-050F-C4C1-649C-BD0ECF4D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853A-DC69-4461-871D-47678469C55A}" type="datetime8">
              <a:rPr lang="en-AU" smtClean="0"/>
              <a:t>24/02/2026 6:40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371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A16A-AB3A-E76D-5408-515C8B1C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95FA2A-5DFA-2FBA-47D5-E66275B55D80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3A33BF-AFA4-A8FC-B58C-0E5E8E348D0A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565656"/>
                </a:solidFill>
                <a:effectLst/>
              </a:rPr>
              <a:t>P</a:t>
            </a:r>
            <a:r>
              <a:rPr lang="en-AU" b="1" dirty="0">
                <a:solidFill>
                  <a:srgbClr val="565656"/>
                </a:solidFill>
                <a:effectLst/>
              </a:rPr>
              <a:t>AINTING &amp; RENDERING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D6015-98C9-3E20-1B9D-DD7F4E1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FEA50E3A-5DD2-6C04-4261-AAF51DCE3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82EE0-EA7A-30C1-8837-D082B043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6EDF-096F-4243-8B89-A19BD9B24E09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168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4381-DE7F-128C-F5EF-F8B2C2DB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89A39D-0F63-2341-C841-6DE25088EA61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DF5A79-0CD5-A0C6-C46F-076D19FEE78F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PLUMBING &amp; SANITARY FITTINGS - Bathroom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806D4-C7EB-6CE1-30B0-35F56125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31845831-BC13-E48A-4BA6-7257A5F53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FEAC6-618F-D1BD-DD4E-5EC351CA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4AB85-0391-4194-9EFB-F3F89BD90762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0229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FF82-2AE5-E7F3-91D8-1308B490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6C7254-A571-D232-1ACA-F4C41FB542EA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0B0B75-C027-C2DD-A6B4-7F96F88655A4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PLUMBING &amp; SANITARY FITTINGS - Ensuite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37112-21EE-6173-6E04-FA135BB7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0B2F0127-997D-264F-4441-D5B64D5C6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A5486-C9E2-D096-7904-D4C036B7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4AB85-0391-4194-9EFB-F3F89BD90762}" type="datetime8">
              <a:rPr lang="en-AU" smtClean="0"/>
              <a:t>24/02/2026 6:41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6093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62CA3-68CC-F871-BDCF-A956BD2E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B0E0C9-E1EC-A63C-C8CE-42E5564B8031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AFF6CB-A97A-B646-9358-0DB2FC5963E0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PLUMBING &amp; SANITARY FITTINGS - Kitchen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556B3-9D48-7ABE-652B-4A819F5F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4C8C2E67-1540-8C5F-BA0B-85B248DBC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28191-B587-256F-20F7-7BB877C4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4AB85-0391-4194-9EFB-F3F89BD90762}" type="datetime8">
              <a:rPr lang="en-AU" smtClean="0"/>
              <a:t>24/02/2026 6:41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0944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5781-2E8F-D8FF-5D1F-00D99B49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3C659F-5B09-861C-448B-0B992E84EA29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11C6FE-6517-F25A-40E6-1392E54408E0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PLUMBING &amp; SANITARY FITTINGS - Laundry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DC9F8-E003-BF5B-3B49-24457E47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65572596-4DCD-3782-826A-21A185354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30E51-8C59-5965-CF62-D688B6B9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4AB85-0391-4194-9EFB-F3F89BD90762}" type="datetime8">
              <a:rPr lang="en-AU" smtClean="0"/>
              <a:t>24/02/2026 6:41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81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4E69-799A-BCFD-9E9A-FAD94E8B3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19441E-04AE-FD0D-04D8-529D24294B31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FBAD5D-AAF1-3D5B-EBBE-0C829FC7E8FC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ROOFING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66840-28EF-5A94-343A-76BC97DE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7A4197C-A470-3A11-19E1-181E0D2ED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B7CA2-17DD-A2A7-D1FB-DED0EAF9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3122-A9A4-48F7-AE52-8BE0D2FC2284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763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F7E8-A949-1ED6-1CFC-294D8D17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05B424-34F5-BA4E-5D59-BC41A24CC176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749964-3801-CAA5-7203-1FBD2C49300F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dirty="0">
                <a:solidFill>
                  <a:srgbClr val="565656"/>
                </a:solidFill>
                <a:effectLst/>
              </a:rPr>
              <a:t>S</a:t>
            </a:r>
            <a:r>
              <a:rPr lang="en-AU" b="1" dirty="0">
                <a:solidFill>
                  <a:srgbClr val="565656"/>
                </a:solidFill>
                <a:effectLst/>
              </a:rPr>
              <a:t>TEEL &amp; W</a:t>
            </a:r>
            <a:r>
              <a:rPr lang="en-AU" b="1" dirty="0">
                <a:solidFill>
                  <a:srgbClr val="565656"/>
                </a:solidFill>
              </a:rPr>
              <a:t>ELDING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6E354-32B2-215E-AA32-AA8DD6F8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A127B373-6260-B081-0148-3BEC86914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26D38-3AEB-EBF5-9884-676DF995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3122-A9A4-48F7-AE52-8BE0D2FC2284}" type="datetime8">
              <a:rPr lang="en-AU" smtClean="0"/>
              <a:t>24/02/2026 6:42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6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5073-B2EA-64C6-1895-3E894485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09872F-A157-1913-702F-13A8343A5CB0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FD24F7-EB23-00D2-7C48-D386D299998D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TILING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F2D3C-FE30-B6CF-064E-EB3884EF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FDA457EB-E3C0-5EFE-5209-EB9AA0088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B4B17-7ECA-E6C4-454A-DC89FC56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0AF-DBE9-42BA-8F77-A912C9A5958E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606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B52D-678B-958C-E20B-68A65954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DE381F-1490-D72D-7776-7D52353809D3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CB24C9-0976-0351-A554-B9D6EAB87B5E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WATER TANKS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57330-A8C0-C9B2-6823-6029A1A3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72A6186D-A211-3DB8-6532-D4861DE07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C01F7-4DCE-C228-B404-90EC0C44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EC45-BC87-4FDD-844F-30A20B606737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239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72688-B1D9-8870-CA7E-511AABCF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67CEA6-CD0F-B879-0C39-A13A5FE77640}"/>
              </a:ext>
            </a:extLst>
          </p:cNvPr>
          <p:cNvGraphicFramePr>
            <a:graphicFrameLocks noGrp="1"/>
          </p:cNvGraphicFramePr>
          <p:nvPr/>
        </p:nvGraphicFramePr>
        <p:xfrm>
          <a:off x="338328" y="1216152"/>
          <a:ext cx="9226295" cy="491597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45259">
                  <a:extLst>
                    <a:ext uri="{9D8B030D-6E8A-4147-A177-3AD203B41FA5}">
                      <a16:colId xmlns:a16="http://schemas.microsoft.com/office/drawing/2014/main" val="3636614490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200087580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19835872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4253482549"/>
                    </a:ext>
                  </a:extLst>
                </a:gridCol>
                <a:gridCol w="1845259">
                  <a:extLst>
                    <a:ext uri="{9D8B030D-6E8A-4147-A177-3AD203B41FA5}">
                      <a16:colId xmlns:a16="http://schemas.microsoft.com/office/drawing/2014/main" val="3738230195"/>
                    </a:ext>
                  </a:extLst>
                </a:gridCol>
              </a:tblGrid>
              <a:tr h="4437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ITEM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IMAGE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COLOUR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TYPE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Posterama" panose="020B0502040204020203" pitchFamily="34" charset="0"/>
                          <a:cs typeface="Posterama" panose="020B0502040204020203" pitchFamily="34" charset="0"/>
                        </a:rPr>
                        <a:t>COMMENTS</a:t>
                      </a:r>
                      <a:endParaRPr lang="en-AU" sz="1400" b="1" dirty="0">
                        <a:solidFill>
                          <a:schemeClr val="tx1"/>
                        </a:solidFill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5822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35746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219374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57412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424182"/>
                  </a:ext>
                </a:extLst>
              </a:tr>
              <a:tr h="894449"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200" b="0" dirty="0">
                        <a:latin typeface="Posterama" panose="020B0502040204020203" pitchFamily="34" charset="0"/>
                        <a:cs typeface="Posterama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192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25FE50-F83F-7EC2-FFB3-326B4FD8B6B8}"/>
              </a:ext>
            </a:extLst>
          </p:cNvPr>
          <p:cNvSpPr txBox="1"/>
          <p:nvPr/>
        </p:nvSpPr>
        <p:spPr>
          <a:xfrm>
            <a:off x="338328" y="356541"/>
            <a:ext cx="5522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AU" b="1" dirty="0">
                <a:solidFill>
                  <a:srgbClr val="565656"/>
                </a:solidFill>
              </a:rPr>
              <a:t>WINDOWS &amp; GLAZED DOORS</a:t>
            </a:r>
            <a:endParaRPr lang="en-AU" dirty="0"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1E38B-C33A-B884-9332-7BB90735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1348" y="6307785"/>
            <a:ext cx="3343275" cy="365125"/>
          </a:xfrm>
        </p:spPr>
        <p:txBody>
          <a:bodyPr/>
          <a:lstStyle/>
          <a:p>
            <a:pPr algn="r"/>
            <a:r>
              <a:rPr lang="en-AU"/>
              <a:t>PROJECT:</a:t>
            </a:r>
            <a:endParaRPr lang="en-AU" dirty="0"/>
          </a:p>
        </p:txBody>
      </p:sp>
      <p:pic>
        <p:nvPicPr>
          <p:cNvPr id="2" name="Picture 1" descr="The image depicts a grayscale circle with a diagonal black and white stripe, resembling a quarter-circle or a pie chart segment.&#10;&#10;AI-generated content may be incorrect.">
            <a:extLst>
              <a:ext uri="{FF2B5EF4-FFF2-40B4-BE49-F238E27FC236}">
                <a16:creationId xmlns:a16="http://schemas.microsoft.com/office/drawing/2014/main" id="{9FF6601A-9549-899D-B98F-A717BA13D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390" y="185090"/>
            <a:ext cx="712233" cy="71223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63F4A-25D9-3A1F-54D7-3F1FF28C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E314-1BCE-42F5-B5F5-2C30B700DA65}" type="datetime8">
              <a:rPr lang="en-AU" smtClean="0"/>
              <a:t>24/02/2026 5:56 AM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17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97886CA726A04488F91BDFEC824C0E" ma:contentTypeVersion="3" ma:contentTypeDescription="Create a new document." ma:contentTypeScope="" ma:versionID="0d3cef7361e77660cd20fe7da1335a79">
  <xsd:schema xmlns:xsd="http://www.w3.org/2001/XMLSchema" xmlns:xs="http://www.w3.org/2001/XMLSchema" xmlns:p="http://schemas.microsoft.com/office/2006/metadata/properties" xmlns:ns2="f61ca76c-59e1-4627-a4f3-1f5972b6e3ab" targetNamespace="http://schemas.microsoft.com/office/2006/metadata/properties" ma:root="true" ma:fieldsID="23a25e7212b3638e93e2699091f2db3f" ns2:_="">
    <xsd:import namespace="f61ca76c-59e1-4627-a4f3-1f5972b6e3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ca76c-59e1-4627-a4f3-1f5972b6e3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7025E0-F978-4AFD-A1AF-97036F9132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ca76c-59e1-4627-a4f3-1f5972b6e3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E929F4-7A4A-43B5-8D11-687EBDF881F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673FACA-B867-4B89-B01B-FF805C7BDD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2939</TotalTime>
  <Words>637</Words>
  <Application>Microsoft Office PowerPoint</Application>
  <PresentationFormat>A4 Paper (210x297 mm)</PresentationFormat>
  <Paragraphs>410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Aptos Display</vt:lpstr>
      <vt:lpstr>Aptos Narrow</vt:lpstr>
      <vt:lpstr>Arial</vt:lpstr>
      <vt:lpstr>Brittany Signature Demo</vt:lpstr>
      <vt:lpstr>Posterama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Easther</dc:creator>
  <cp:lastModifiedBy>Sam Easther</cp:lastModifiedBy>
  <cp:revision>3</cp:revision>
  <dcterms:created xsi:type="dcterms:W3CDTF">2026-02-12T22:04:11Z</dcterms:created>
  <dcterms:modified xsi:type="dcterms:W3CDTF">2026-02-23T19:51:52Z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0x010100E797886CA726A04488F91BDFEC824C0E</vt:lpwstr>
  </property>
</Properties>
</file>